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Medula One" panose="020B0604020202020204" charset="0"/>
      <p:regular r:id="rId9"/>
    </p:embeddedFont>
    <p:embeddedFont>
      <p:font typeface="Montaser Arabic" panose="020B0604020202020204" charset="-78"/>
      <p:regular r:id="rId10"/>
    </p:embeddedFont>
    <p:embeddedFont>
      <p:font typeface="Montaser Arabic Bold" panose="020B0604020202020204" charset="-78"/>
      <p:regular r:id="rId11"/>
    </p:embeddedFont>
    <p:embeddedFont>
      <p:font typeface="Open Sans" panose="020B0606030504020204" pitchFamily="3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37628" y="3366092"/>
            <a:ext cx="5012744" cy="3554815"/>
          </a:xfrm>
          <a:custGeom>
            <a:avLst/>
            <a:gdLst/>
            <a:ahLst/>
            <a:cxnLst/>
            <a:rect l="l" t="t" r="r" b="b"/>
            <a:pathLst>
              <a:path w="5012744" h="3554815">
                <a:moveTo>
                  <a:pt x="0" y="0"/>
                </a:moveTo>
                <a:lnTo>
                  <a:pt x="5012744" y="0"/>
                </a:lnTo>
                <a:lnTo>
                  <a:pt x="5012744" y="3554816"/>
                </a:lnTo>
                <a:lnTo>
                  <a:pt x="0" y="3554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886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>
            <a:off x="0" y="8137716"/>
            <a:ext cx="3952705" cy="2149284"/>
          </a:xfrm>
          <a:custGeom>
            <a:avLst/>
            <a:gdLst/>
            <a:ahLst/>
            <a:cxnLst/>
            <a:rect l="l" t="t" r="r" b="b"/>
            <a:pathLst>
              <a:path w="3952705" h="2149284">
                <a:moveTo>
                  <a:pt x="0" y="0"/>
                </a:moveTo>
                <a:lnTo>
                  <a:pt x="3952705" y="0"/>
                </a:lnTo>
                <a:lnTo>
                  <a:pt x="3952705" y="2149284"/>
                </a:lnTo>
                <a:lnTo>
                  <a:pt x="0" y="2149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 rot="-10800000">
            <a:off x="14335295" y="0"/>
            <a:ext cx="3952705" cy="2149284"/>
          </a:xfrm>
          <a:custGeom>
            <a:avLst/>
            <a:gdLst/>
            <a:ahLst/>
            <a:cxnLst/>
            <a:rect l="l" t="t" r="r" b="b"/>
            <a:pathLst>
              <a:path w="3952705" h="2149284">
                <a:moveTo>
                  <a:pt x="0" y="0"/>
                </a:moveTo>
                <a:lnTo>
                  <a:pt x="3952705" y="0"/>
                </a:lnTo>
                <a:lnTo>
                  <a:pt x="3952705" y="2149284"/>
                </a:lnTo>
                <a:lnTo>
                  <a:pt x="0" y="2149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>
            <a:off x="214229" y="174129"/>
            <a:ext cx="3852777" cy="1820075"/>
          </a:xfrm>
          <a:custGeom>
            <a:avLst/>
            <a:gdLst/>
            <a:ahLst/>
            <a:cxnLst/>
            <a:rect l="l" t="t" r="r" b="b"/>
            <a:pathLst>
              <a:path w="3852777" h="1820075">
                <a:moveTo>
                  <a:pt x="0" y="0"/>
                </a:moveTo>
                <a:lnTo>
                  <a:pt x="3852776" y="0"/>
                </a:lnTo>
                <a:lnTo>
                  <a:pt x="3852776" y="1820076"/>
                </a:lnTo>
                <a:lnTo>
                  <a:pt x="0" y="1820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TextBox 6"/>
          <p:cNvSpPr txBox="1"/>
          <p:nvPr/>
        </p:nvSpPr>
        <p:spPr>
          <a:xfrm>
            <a:off x="11107167" y="7607261"/>
            <a:ext cx="6152133" cy="2176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2611" spc="107">
                <a:solidFill>
                  <a:srgbClr val="54545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Realizado por:</a:t>
            </a:r>
          </a:p>
          <a:p>
            <a:pPr algn="l">
              <a:lnSpc>
                <a:spcPts val="2873"/>
              </a:lnSpc>
            </a:pPr>
            <a:r>
              <a:rPr lang="en-US" sz="2611" spc="107">
                <a:solidFill>
                  <a:srgbClr val="54545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2025182402 - Diogo Azevedo</a:t>
            </a:r>
          </a:p>
          <a:p>
            <a:pPr algn="l">
              <a:lnSpc>
                <a:spcPts val="2873"/>
              </a:lnSpc>
            </a:pPr>
            <a:r>
              <a:rPr lang="en-US" sz="2611" spc="107">
                <a:solidFill>
                  <a:srgbClr val="54545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2025115671 - Francisco Martins</a:t>
            </a:r>
          </a:p>
          <a:p>
            <a:pPr algn="l">
              <a:lnSpc>
                <a:spcPts val="2873"/>
              </a:lnSpc>
            </a:pPr>
            <a:r>
              <a:rPr lang="en-US" sz="2611" spc="107">
                <a:solidFill>
                  <a:srgbClr val="54545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2025163132 - Gonçalo Estrelado</a:t>
            </a:r>
          </a:p>
          <a:p>
            <a:pPr algn="l">
              <a:lnSpc>
                <a:spcPts val="2873"/>
              </a:lnSpc>
            </a:pPr>
            <a:r>
              <a:rPr lang="en-US" sz="2611" spc="107">
                <a:solidFill>
                  <a:srgbClr val="54545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2025140801 - Hugo Giroto</a:t>
            </a:r>
          </a:p>
          <a:p>
            <a:pPr marL="0" lvl="0" indent="0" algn="l">
              <a:lnSpc>
                <a:spcPts val="2873"/>
              </a:lnSpc>
              <a:spcBef>
                <a:spcPct val="0"/>
              </a:spcBef>
            </a:pPr>
            <a:r>
              <a:rPr lang="en-US" sz="2611" spc="107">
                <a:solidFill>
                  <a:srgbClr val="54545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2025183041 - Hugo Madeira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7890365" y="1334234"/>
            <a:ext cx="9368935" cy="7618532"/>
            <a:chOff x="0" y="0"/>
            <a:chExt cx="2467538" cy="20065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7539" cy="2006527"/>
            </a:xfrm>
            <a:custGeom>
              <a:avLst/>
              <a:gdLst/>
              <a:ahLst/>
              <a:cxnLst/>
              <a:rect l="l" t="t" r="r" b="b"/>
              <a:pathLst>
                <a:path w="2467539" h="2006527">
                  <a:moveTo>
                    <a:pt x="0" y="0"/>
                  </a:moveTo>
                  <a:lnTo>
                    <a:pt x="2467539" y="0"/>
                  </a:lnTo>
                  <a:lnTo>
                    <a:pt x="2467539" y="2006527"/>
                  </a:lnTo>
                  <a:lnTo>
                    <a:pt x="0" y="2006527"/>
                  </a:lnTo>
                  <a:close/>
                </a:path>
              </a:pathLst>
            </a:custGeom>
            <a:solidFill>
              <a:srgbClr val="092A10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67538" cy="204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98548" y="3704061"/>
            <a:ext cx="1653183" cy="279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275"/>
              </a:lnSpc>
            </a:pPr>
            <a:r>
              <a:rPr lang="en-US" sz="6928" b="1" u="none" strike="noStrike" spc="-381" dirty="0">
                <a:solidFill>
                  <a:srgbClr val="54545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01</a:t>
            </a:r>
          </a:p>
          <a:p>
            <a:pPr marL="0" lvl="0" indent="0" algn="r">
              <a:lnSpc>
                <a:spcPts val="7275"/>
              </a:lnSpc>
            </a:pPr>
            <a:r>
              <a:rPr lang="en-US" sz="6928" b="1" u="none" strike="noStrike" spc="-381" dirty="0">
                <a:solidFill>
                  <a:srgbClr val="54545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02</a:t>
            </a:r>
          </a:p>
          <a:p>
            <a:pPr marL="0" lvl="0" indent="0" algn="r">
              <a:lnSpc>
                <a:spcPts val="7275"/>
              </a:lnSpc>
            </a:pPr>
            <a:r>
              <a:rPr lang="en-US" sz="6928" b="1" u="none" strike="noStrike" spc="-381" dirty="0">
                <a:solidFill>
                  <a:srgbClr val="54545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22191" y="3801937"/>
            <a:ext cx="7105284" cy="2450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401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Landing page</a:t>
            </a:r>
          </a:p>
          <a:p>
            <a:pPr algn="l">
              <a:lnSpc>
                <a:spcPts val="3892"/>
              </a:lnSpc>
            </a:pPr>
            <a:endParaRPr lang="en-US" sz="4013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algn="l">
              <a:lnSpc>
                <a:spcPts val="3892"/>
              </a:lnSpc>
            </a:pPr>
            <a:r>
              <a:rPr lang="en-US" sz="401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Logotipos</a:t>
            </a:r>
          </a:p>
          <a:p>
            <a:pPr algn="l">
              <a:lnSpc>
                <a:spcPts val="3892"/>
              </a:lnSpc>
            </a:pPr>
            <a:endParaRPr lang="en-US" sz="4013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3892"/>
              </a:lnSpc>
            </a:pPr>
            <a:r>
              <a:rPr lang="en-US" sz="401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WordPress</a:t>
            </a:r>
          </a:p>
        </p:txBody>
      </p:sp>
      <p:sp>
        <p:nvSpPr>
          <p:cNvPr id="8" name="Freeform 8"/>
          <p:cNvSpPr/>
          <p:nvPr/>
        </p:nvSpPr>
        <p:spPr>
          <a:xfrm>
            <a:off x="-400762" y="5241564"/>
            <a:ext cx="6825199" cy="3711202"/>
          </a:xfrm>
          <a:custGeom>
            <a:avLst/>
            <a:gdLst/>
            <a:ahLst/>
            <a:cxnLst/>
            <a:rect l="l" t="t" r="r" b="b"/>
            <a:pathLst>
              <a:path w="6825199" h="3711202">
                <a:moveTo>
                  <a:pt x="0" y="0"/>
                </a:moveTo>
                <a:lnTo>
                  <a:pt x="6825199" y="0"/>
                </a:lnTo>
                <a:lnTo>
                  <a:pt x="6825199" y="3711202"/>
                </a:lnTo>
                <a:lnTo>
                  <a:pt x="0" y="3711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TextBox 9"/>
          <p:cNvSpPr txBox="1"/>
          <p:nvPr/>
        </p:nvSpPr>
        <p:spPr>
          <a:xfrm>
            <a:off x="1028700" y="2491084"/>
            <a:ext cx="4999389" cy="123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57"/>
              </a:lnSpc>
            </a:pPr>
            <a:r>
              <a:rPr lang="en-US" sz="10299">
                <a:solidFill>
                  <a:srgbClr val="3E3E3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Índice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8137716"/>
            <a:ext cx="3952705" cy="2149284"/>
          </a:xfrm>
          <a:custGeom>
            <a:avLst/>
            <a:gdLst/>
            <a:ahLst/>
            <a:cxnLst/>
            <a:rect l="l" t="t" r="r" b="b"/>
            <a:pathLst>
              <a:path w="3952705" h="2149284">
                <a:moveTo>
                  <a:pt x="0" y="0"/>
                </a:moveTo>
                <a:lnTo>
                  <a:pt x="3952705" y="0"/>
                </a:lnTo>
                <a:lnTo>
                  <a:pt x="3952705" y="2149284"/>
                </a:lnTo>
                <a:lnTo>
                  <a:pt x="0" y="2149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 rot="-10800000">
            <a:off x="14335295" y="0"/>
            <a:ext cx="3952705" cy="2149284"/>
          </a:xfrm>
          <a:custGeom>
            <a:avLst/>
            <a:gdLst/>
            <a:ahLst/>
            <a:cxnLst/>
            <a:rect l="l" t="t" r="r" b="b"/>
            <a:pathLst>
              <a:path w="3952705" h="2149284">
                <a:moveTo>
                  <a:pt x="0" y="0"/>
                </a:moveTo>
                <a:lnTo>
                  <a:pt x="3952705" y="0"/>
                </a:lnTo>
                <a:lnTo>
                  <a:pt x="3952705" y="2149284"/>
                </a:lnTo>
                <a:lnTo>
                  <a:pt x="0" y="2149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TextBox 6"/>
          <p:cNvSpPr txBox="1"/>
          <p:nvPr/>
        </p:nvSpPr>
        <p:spPr>
          <a:xfrm>
            <a:off x="4250826" y="4682997"/>
            <a:ext cx="9786347" cy="1244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58"/>
              </a:lnSpc>
            </a:pPr>
            <a:r>
              <a:rPr lang="en-US" sz="10300">
                <a:solidFill>
                  <a:srgbClr val="000000"/>
                </a:solidFill>
                <a:latin typeface="Medula One"/>
                <a:ea typeface="Medula One"/>
                <a:cs typeface="Medula One"/>
                <a:sym typeface="Medula One"/>
              </a:rPr>
              <a:t>Landing page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4250826" y="-1875528"/>
            <a:ext cx="9786347" cy="5434841"/>
            <a:chOff x="0" y="0"/>
            <a:chExt cx="2577474" cy="14313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77474" cy="1431398"/>
            </a:xfrm>
            <a:custGeom>
              <a:avLst/>
              <a:gdLst/>
              <a:ahLst/>
              <a:cxnLst/>
              <a:rect l="l" t="t" r="r" b="b"/>
              <a:pathLst>
                <a:path w="2577474" h="1431398">
                  <a:moveTo>
                    <a:pt x="0" y="0"/>
                  </a:moveTo>
                  <a:lnTo>
                    <a:pt x="2577474" y="0"/>
                  </a:lnTo>
                  <a:lnTo>
                    <a:pt x="2577474" y="1431398"/>
                  </a:lnTo>
                  <a:lnTo>
                    <a:pt x="0" y="1431398"/>
                  </a:lnTo>
                  <a:close/>
                </a:path>
              </a:pathLst>
            </a:custGeom>
            <a:solidFill>
              <a:srgbClr val="092A10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77474" cy="1469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927635" y="6417871"/>
            <a:ext cx="6432730" cy="1853430"/>
          </a:xfrm>
          <a:custGeom>
            <a:avLst/>
            <a:gdLst/>
            <a:ahLst/>
            <a:cxnLst/>
            <a:rect l="l" t="t" r="r" b="b"/>
            <a:pathLst>
              <a:path w="6432730" h="1853430">
                <a:moveTo>
                  <a:pt x="0" y="0"/>
                </a:moveTo>
                <a:lnTo>
                  <a:pt x="6432730" y="0"/>
                </a:lnTo>
                <a:lnTo>
                  <a:pt x="6432730" y="1853431"/>
                </a:lnTo>
                <a:lnTo>
                  <a:pt x="0" y="18534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325729" y="6887124"/>
            <a:ext cx="5163566" cy="1613844"/>
          </a:xfrm>
          <a:custGeom>
            <a:avLst/>
            <a:gdLst/>
            <a:ahLst/>
            <a:cxnLst/>
            <a:rect l="l" t="t" r="r" b="b"/>
            <a:pathLst>
              <a:path w="5163566" h="1613844">
                <a:moveTo>
                  <a:pt x="0" y="0"/>
                </a:moveTo>
                <a:lnTo>
                  <a:pt x="5163566" y="0"/>
                </a:lnTo>
                <a:lnTo>
                  <a:pt x="5163566" y="1613843"/>
                </a:lnTo>
                <a:lnTo>
                  <a:pt x="0" y="1613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506" t="-170287" r="-14192" b="-170287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>
            <a:off x="13208001" y="6417871"/>
            <a:ext cx="3079345" cy="1961355"/>
          </a:xfrm>
          <a:custGeom>
            <a:avLst/>
            <a:gdLst/>
            <a:ahLst/>
            <a:cxnLst/>
            <a:rect l="l" t="t" r="r" b="b"/>
            <a:pathLst>
              <a:path w="3079345" h="1961355">
                <a:moveTo>
                  <a:pt x="0" y="0"/>
                </a:moveTo>
                <a:lnTo>
                  <a:pt x="3079344" y="0"/>
                </a:lnTo>
                <a:lnTo>
                  <a:pt x="3079344" y="1961355"/>
                </a:lnTo>
                <a:lnTo>
                  <a:pt x="0" y="19613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898" t="-32502" r="-7480" b="-51782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TextBox 9"/>
          <p:cNvSpPr txBox="1"/>
          <p:nvPr/>
        </p:nvSpPr>
        <p:spPr>
          <a:xfrm>
            <a:off x="4316600" y="1352550"/>
            <a:ext cx="9786347" cy="1244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58"/>
              </a:lnSpc>
            </a:pPr>
            <a:r>
              <a:rPr lang="en-US" sz="10300">
                <a:solidFill>
                  <a:srgbClr val="FFFFFF"/>
                </a:solidFill>
                <a:latin typeface="Medula One"/>
                <a:ea typeface="Medula One"/>
                <a:cs typeface="Medula One"/>
                <a:sym typeface="Medula One"/>
              </a:rPr>
              <a:t>Logotipos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31078" y="8596217"/>
            <a:ext cx="1552868" cy="5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2"/>
              </a:lnSpc>
            </a:pPr>
            <a:r>
              <a:rPr lang="en-US" sz="401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Diogo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54278" y="8596217"/>
            <a:ext cx="2499803" cy="5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2"/>
              </a:lnSpc>
            </a:pPr>
            <a:r>
              <a:rPr lang="en-US" sz="401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Francisco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680383" y="8596217"/>
            <a:ext cx="2134580" cy="5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2"/>
              </a:lnSpc>
            </a:pPr>
            <a:r>
              <a:rPr lang="en-US" sz="401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Gonçalo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4250826" y="-1875528"/>
            <a:ext cx="9786347" cy="5434841"/>
            <a:chOff x="0" y="0"/>
            <a:chExt cx="2577474" cy="14313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77474" cy="1431398"/>
            </a:xfrm>
            <a:custGeom>
              <a:avLst/>
              <a:gdLst/>
              <a:ahLst/>
              <a:cxnLst/>
              <a:rect l="l" t="t" r="r" b="b"/>
              <a:pathLst>
                <a:path w="2577474" h="1431398">
                  <a:moveTo>
                    <a:pt x="0" y="0"/>
                  </a:moveTo>
                  <a:lnTo>
                    <a:pt x="2577474" y="0"/>
                  </a:lnTo>
                  <a:lnTo>
                    <a:pt x="2577474" y="1431398"/>
                  </a:lnTo>
                  <a:lnTo>
                    <a:pt x="0" y="1431398"/>
                  </a:lnTo>
                  <a:close/>
                </a:path>
              </a:pathLst>
            </a:custGeom>
            <a:solidFill>
              <a:srgbClr val="092A10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77474" cy="1469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886750" y="5623811"/>
            <a:ext cx="3813078" cy="2877156"/>
          </a:xfrm>
          <a:custGeom>
            <a:avLst/>
            <a:gdLst/>
            <a:ahLst/>
            <a:cxnLst/>
            <a:rect l="l" t="t" r="r" b="b"/>
            <a:pathLst>
              <a:path w="3813078" h="2877156">
                <a:moveTo>
                  <a:pt x="0" y="0"/>
                </a:moveTo>
                <a:lnTo>
                  <a:pt x="3813078" y="0"/>
                </a:lnTo>
                <a:lnTo>
                  <a:pt x="3813078" y="2877156"/>
                </a:lnTo>
                <a:lnTo>
                  <a:pt x="0" y="2877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572" r="-13411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9047066" y="7332683"/>
            <a:ext cx="5073158" cy="1006827"/>
          </a:xfrm>
          <a:custGeom>
            <a:avLst/>
            <a:gdLst/>
            <a:ahLst/>
            <a:cxnLst/>
            <a:rect l="l" t="t" r="r" b="b"/>
            <a:pathLst>
              <a:path w="5073158" h="1006827">
                <a:moveTo>
                  <a:pt x="0" y="0"/>
                </a:moveTo>
                <a:lnTo>
                  <a:pt x="5073158" y="0"/>
                </a:lnTo>
                <a:lnTo>
                  <a:pt x="5073158" y="1006827"/>
                </a:lnTo>
                <a:lnTo>
                  <a:pt x="0" y="1006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344" t="-336550" r="-49932" b="-436550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TextBox 8"/>
          <p:cNvSpPr txBox="1"/>
          <p:nvPr/>
        </p:nvSpPr>
        <p:spPr>
          <a:xfrm>
            <a:off x="4316600" y="1352550"/>
            <a:ext cx="9786347" cy="1244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58"/>
              </a:lnSpc>
            </a:pPr>
            <a:r>
              <a:rPr lang="en-US" sz="10300">
                <a:solidFill>
                  <a:srgbClr val="FFFFFF"/>
                </a:solidFill>
                <a:latin typeface="Medula One"/>
                <a:ea typeface="Medula One"/>
                <a:cs typeface="Medula One"/>
                <a:sym typeface="Medula One"/>
              </a:rPr>
              <a:t>Logotipos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09817" y="8596217"/>
            <a:ext cx="3166943" cy="5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2"/>
              </a:lnSpc>
            </a:pPr>
            <a:r>
              <a:rPr lang="en-US" sz="401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Hugo Giroto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31155" y="8596217"/>
            <a:ext cx="3704979" cy="5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2"/>
              </a:lnSpc>
            </a:pPr>
            <a:r>
              <a:rPr lang="en-US" sz="401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Hugo Madeira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8137716"/>
            <a:ext cx="3952705" cy="2149284"/>
          </a:xfrm>
          <a:custGeom>
            <a:avLst/>
            <a:gdLst/>
            <a:ahLst/>
            <a:cxnLst/>
            <a:rect l="l" t="t" r="r" b="b"/>
            <a:pathLst>
              <a:path w="3952705" h="2149284">
                <a:moveTo>
                  <a:pt x="0" y="0"/>
                </a:moveTo>
                <a:lnTo>
                  <a:pt x="3952705" y="0"/>
                </a:lnTo>
                <a:lnTo>
                  <a:pt x="3952705" y="2149284"/>
                </a:lnTo>
                <a:lnTo>
                  <a:pt x="0" y="2149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 rot="-10800000">
            <a:off x="14335295" y="0"/>
            <a:ext cx="3952705" cy="2149284"/>
          </a:xfrm>
          <a:custGeom>
            <a:avLst/>
            <a:gdLst/>
            <a:ahLst/>
            <a:cxnLst/>
            <a:rect l="l" t="t" r="r" b="b"/>
            <a:pathLst>
              <a:path w="3952705" h="2149284">
                <a:moveTo>
                  <a:pt x="0" y="0"/>
                </a:moveTo>
                <a:lnTo>
                  <a:pt x="3952705" y="0"/>
                </a:lnTo>
                <a:lnTo>
                  <a:pt x="3952705" y="2149284"/>
                </a:lnTo>
                <a:lnTo>
                  <a:pt x="0" y="2149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TextBox 6"/>
          <p:cNvSpPr txBox="1"/>
          <p:nvPr/>
        </p:nvSpPr>
        <p:spPr>
          <a:xfrm>
            <a:off x="4250826" y="4682997"/>
            <a:ext cx="9786347" cy="1244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58"/>
              </a:lnSpc>
            </a:pPr>
            <a:r>
              <a:rPr lang="en-US" sz="10300">
                <a:solidFill>
                  <a:srgbClr val="000000"/>
                </a:solidFill>
                <a:latin typeface="Medula One"/>
                <a:ea typeface="Medula One"/>
                <a:cs typeface="Medula One"/>
                <a:sym typeface="Medula One"/>
              </a:rPr>
              <a:t>WordPress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8137716"/>
            <a:ext cx="3952705" cy="2149284"/>
          </a:xfrm>
          <a:custGeom>
            <a:avLst/>
            <a:gdLst/>
            <a:ahLst/>
            <a:cxnLst/>
            <a:rect l="l" t="t" r="r" b="b"/>
            <a:pathLst>
              <a:path w="3952705" h="2149284">
                <a:moveTo>
                  <a:pt x="0" y="0"/>
                </a:moveTo>
                <a:lnTo>
                  <a:pt x="3952705" y="0"/>
                </a:lnTo>
                <a:lnTo>
                  <a:pt x="3952705" y="2149284"/>
                </a:lnTo>
                <a:lnTo>
                  <a:pt x="0" y="2149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 rot="-10800000">
            <a:off x="14335295" y="0"/>
            <a:ext cx="3952705" cy="2149284"/>
          </a:xfrm>
          <a:custGeom>
            <a:avLst/>
            <a:gdLst/>
            <a:ahLst/>
            <a:cxnLst/>
            <a:rect l="l" t="t" r="r" b="b"/>
            <a:pathLst>
              <a:path w="3952705" h="2149284">
                <a:moveTo>
                  <a:pt x="0" y="0"/>
                </a:moveTo>
                <a:lnTo>
                  <a:pt x="3952705" y="0"/>
                </a:lnTo>
                <a:lnTo>
                  <a:pt x="3952705" y="2149284"/>
                </a:lnTo>
                <a:lnTo>
                  <a:pt x="0" y="2149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TextBox 6"/>
          <p:cNvSpPr txBox="1"/>
          <p:nvPr/>
        </p:nvSpPr>
        <p:spPr>
          <a:xfrm>
            <a:off x="4250826" y="4682997"/>
            <a:ext cx="9786347" cy="1244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58"/>
              </a:lnSpc>
            </a:pPr>
            <a:r>
              <a:rPr lang="en-US" sz="10300">
                <a:solidFill>
                  <a:srgbClr val="000000"/>
                </a:solidFill>
                <a:latin typeface="Medula One"/>
                <a:ea typeface="Medula One"/>
                <a:cs typeface="Medula One"/>
                <a:sym typeface="Medula One"/>
              </a:rPr>
              <a:t>Dúvidas e Questões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</Words>
  <Application>Microsoft Office PowerPoint</Application>
  <PresentationFormat>Personalizados</PresentationFormat>
  <Paragraphs>32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4" baseType="lpstr">
      <vt:lpstr>Arial</vt:lpstr>
      <vt:lpstr>Calibri</vt:lpstr>
      <vt:lpstr>Montaser Arabic</vt:lpstr>
      <vt:lpstr>Medula One</vt:lpstr>
      <vt:lpstr>Montaser Arabic Bold</vt:lpstr>
      <vt:lpstr>Open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 Te</dc:title>
  <dc:creator>acer</dc:creator>
  <cp:lastModifiedBy>Diogo Azevedo</cp:lastModifiedBy>
  <cp:revision>1</cp:revision>
  <dcterms:created xsi:type="dcterms:W3CDTF">2006-08-16T00:00:00Z</dcterms:created>
  <dcterms:modified xsi:type="dcterms:W3CDTF">2026-10-24T18:23:13Z</dcterms:modified>
  <dc:identifier>DAHWC7MzH8E</dc:identifier>
</cp:coreProperties>
</file>